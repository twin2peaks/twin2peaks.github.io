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70" y="-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12A2EA-660B-4873-1C8F-4F223E093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3B01DC4-4592-29C5-73F5-6DE80DB67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A428878-44FB-2675-8C73-B33306BAA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C65010-2264-5199-41A7-6A6EF83AE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AA5F458-735C-08B7-68E0-3CF858F50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733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627C16-0F82-FB20-21B5-C7260E423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4B2BE3-630A-15BD-C3F6-2DE7CE8E0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A5AE1A-8475-8E37-F3C1-9C6CC302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4F3CBF-7623-C292-13C3-C1CD92A1A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F6C4BAB-1D22-F16E-A0FD-BDAB6553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722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03A1C4-B98B-4FBC-2F91-D80C8CDE1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6B491E-D043-D66A-5E35-6BC679FF6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291978-F047-4EE8-4678-4CE032369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344843-D877-B2B6-E641-59802D486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F789CB-706D-CDAA-7ECD-0BB1C6B8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78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7A620A-10F8-CEE3-2561-9FEF5D841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467588-4449-3425-6385-01B990D2F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9180363-4E76-1267-CB19-5DBA9C883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DF55373-AE5E-11BD-1840-2BE202175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79F616-6301-65EA-5FB0-5A4AC7BE1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E39CFA-A53F-7334-7886-A4E4DE00B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416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F05291-DA3E-951C-3281-06AF33CF4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785701B-DDE1-514A-A1B6-3E5B14D81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904D82-192C-24DE-ED1D-4A0433013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5C92715-4FD2-6C3E-61F9-31B3775BD0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905EA54-A258-2BBE-F851-E2F987B49A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16664C9-25B0-F0F6-3A78-A133B8E8E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E820EE16-493B-1082-9A7F-7B879508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D085755-8D37-A4D6-1B05-FD895F86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6731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189AD-3F7B-8A05-67FE-6935DF90D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B7646B3-2CDB-59E0-D512-1C66237BC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97E5D35-1B38-72B9-DF2F-F31B1025E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0C8C412-A95B-653B-A51B-9AEF93A0E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2818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727F53-E897-30A4-80BD-A74C9006B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04BAF79-437B-2A54-3E86-6D97A8A3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8EDEDA8-E0A8-1370-7F91-32C39DC5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661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754A0C-ED9F-E5E9-11A9-C342CF03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F9C976-93F7-4B3F-C50E-7E2BEA4E0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0052811-6654-7477-444C-53881869C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A564B90-E9A5-93BC-7F4D-2E08CE69C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246A83-DF7C-8864-CCE5-4764EAC29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E5E3D8-6232-B758-4CCE-EC1728C5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525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44A37A-7675-5C34-3737-BC203F678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1DF580F-01AA-1510-78EE-8689032D4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4B0D2E8-25E5-3797-A16C-20A05040F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678551B-9117-4963-3DFF-6804984AB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C0C5A4-8AA3-F28D-DAC2-BCAC0FC09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DFC19A3-AADE-AE32-D0C0-3E23A5E4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6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A59D3E-DCE8-A1B5-2631-D6285E2AB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2075C97-4421-2913-5A36-D685A909F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CD41930-B69A-6A20-8EA0-6ED193D65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7BFBF28-AB29-E0FD-F6B7-4B77F209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20CF5CC-8703-C403-C3B9-1B663C8B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142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F8D8BA4-E2BD-9B52-86B5-FC291CB3A7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D73880-DC68-EE04-33A9-7175688516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7D3D19-60AF-C5AE-7397-7B50DDEE0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F5670F-8E21-5209-9792-A8392936C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5A06875-34C0-A489-23EA-AA504309F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441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E99188E-F56B-8243-7DCE-14E8E5ED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6977DF-2E68-1DF9-4C65-D87C2DD6A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D33BBD-536B-55D6-F615-5D38C91A8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063A2-D931-4380-AE8C-E4D9DEB25415}" type="datetimeFigureOut">
              <a:rPr lang="de-DE" smtClean="0"/>
              <a:t>29.11.2025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33239E-440B-198D-0B38-FC77D4993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8CCE10-A15B-C96B-AAD0-C8F977E42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5BB32-9030-480F-A806-5C23835B2FB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6052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71A9A29-B39A-D905-2365-0FB707FB92C4}"/>
              </a:ext>
            </a:extLst>
          </p:cNvPr>
          <p:cNvGrpSpPr/>
          <p:nvPr/>
        </p:nvGrpSpPr>
        <p:grpSpPr>
          <a:xfrm>
            <a:off x="2027207" y="2834579"/>
            <a:ext cx="3049542" cy="881903"/>
            <a:chOff x="2027207" y="2834579"/>
            <a:chExt cx="2764250" cy="881903"/>
          </a:xfrm>
        </p:grpSpPr>
        <p:cxnSp>
          <p:nvCxnSpPr>
            <p:cNvPr id="5" name="Gerade Verbindung mit Pfeil 4">
              <a:extLst>
                <a:ext uri="{FF2B5EF4-FFF2-40B4-BE49-F238E27FC236}">
                  <a16:creationId xmlns:a16="http://schemas.microsoft.com/office/drawing/2014/main" id="{4758CF23-0BBA-6E58-D1C1-D316527A54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4985" y="3716482"/>
              <a:ext cx="2420815" cy="0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 Verbindung mit Pfeil 5">
              <a:extLst>
                <a:ext uri="{FF2B5EF4-FFF2-40B4-BE49-F238E27FC236}">
                  <a16:creationId xmlns:a16="http://schemas.microsoft.com/office/drawing/2014/main" id="{D934931E-3257-CFB3-1D42-E04FC1B1FE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5800" y="3019245"/>
              <a:ext cx="0" cy="697237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273D3930-828B-B21D-20B5-1B9050297A45}"/>
                </a:ext>
              </a:extLst>
            </p:cNvPr>
            <p:cNvSpPr txBox="1"/>
            <p:nvPr/>
          </p:nvSpPr>
          <p:spPr>
            <a:xfrm>
              <a:off x="2027207" y="3347149"/>
              <a:ext cx="26569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x (Brückenlängsachse)</a:t>
              </a:r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90F02FE-2D4B-89AB-81A2-C5E682102850}"/>
                </a:ext>
              </a:extLst>
            </p:cNvPr>
            <p:cNvSpPr txBox="1"/>
            <p:nvPr/>
          </p:nvSpPr>
          <p:spPr>
            <a:xfrm>
              <a:off x="4541809" y="2834579"/>
              <a:ext cx="2496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644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Wiertz</dc:creator>
  <cp:lastModifiedBy>Samuel Wiertz</cp:lastModifiedBy>
  <cp:revision>2</cp:revision>
  <dcterms:created xsi:type="dcterms:W3CDTF">2025-11-29T13:45:19Z</dcterms:created>
  <dcterms:modified xsi:type="dcterms:W3CDTF">2025-11-29T13:55:39Z</dcterms:modified>
</cp:coreProperties>
</file>